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600000" y="6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instruction: reconcile the revenue discrepancy.</a:t>
            </a:r>
          </a:p>
        </p:txBody>
      </p:sp>
    </p:spTree>
  </p:cSld>
</p:notes>
</file>

<file path=ppt/slides/_rels/slide1.xml.rels><Relationships xmlns="http://schemas.openxmlformats.org/package/2006/relationships"><Relationship Id="rIdNotes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600000" y="6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Reported revenue: EUR 12 million.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600000" y="6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Hidden slide: verify customer concentration.</a:t>
            </a:r>
          </a:p>
        </p:txBody>
      </p:sp>
    </p:spTree>
  </p:cSld>
  <p:clrMapOvr>
    <a:masterClrMapping/>
  </p:clrMapOvr>
</p:sld>
</file>